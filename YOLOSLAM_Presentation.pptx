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1148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Infrastructure-Free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UAV Landing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Unknown Terrain via Semantic Detection,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Evidence-Grid Fusion, and Abort-Capable State Control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2971800"/>
            <a:ext cx="841248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127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Presentation  �  BITS Pilani Dubai Campus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a UAV land safely�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�when there are NO maps, NO markers, and NO prepared infrastructure?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417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1600200"/>
            <a:ext cx="1097280" cy="100584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002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25880" y="2103120"/>
            <a:ext cx="3657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arrow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691640" y="1600200"/>
            <a:ext cx="1097280" cy="100584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6002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2103120"/>
            <a:ext cx="3657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arrow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154680" y="1600200"/>
            <a:ext cx="1097280" cy="100584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6002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657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arrow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617720" y="1600200"/>
            <a:ext cx="1097280" cy="100584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6002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15000" y="2103120"/>
            <a:ext cx="3657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arrow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080760" y="1600200"/>
            <a:ext cx="1097280" cy="1005840"/>
          </a:xfrm>
          <a:prstGeom prst="roundRect">
            <a:avLst>
              <a:gd name="adj" fmla="val 10909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6002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78040" y="2103120"/>
            <a:ext cx="3657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arrow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543800" y="1600200"/>
            <a:ext cx="1097280" cy="100584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16002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41080" y="2103120"/>
            <a:ext cx="3657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arrow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006840" y="1600200"/>
            <a:ext cx="1097280" cy="1005840"/>
          </a:xfrm>
          <a:prstGeom prst="roundRect">
            <a:avLst>
              <a:gd name="adj" fmla="val 10909"/>
            </a:avLst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16002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� 5 Terrain Seeds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1920240" cy="2011680"/>
          </a:xfrm>
          <a:prstGeom prst="roundRect">
            <a:avLst>
              <a:gd name="adj" fmla="val 8571"/>
            </a:avLst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412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50592" y="731520"/>
            <a:ext cx="1920240" cy="2011680"/>
          </a:xfrm>
          <a:prstGeom prst="roundRect">
            <a:avLst>
              <a:gd name="adj" fmla="val 8571"/>
            </a:avLst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2450592" y="8412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35.4s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450592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Land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731520"/>
            <a:ext cx="1920240" cy="2011680"/>
          </a:xfrm>
          <a:prstGeom prst="roundRect">
            <a:avLst>
              <a:gd name="adj" fmla="val 8571"/>
            </a:avLst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8412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26864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Grid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03136" y="731520"/>
            <a:ext cx="1920240" cy="2011680"/>
          </a:xfrm>
          <a:prstGeom prst="roundRect">
            <a:avLst>
              <a:gd name="adj" fmla="val 8571"/>
            </a:avLst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6803136" y="8412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&lt;33ms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803136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8595360" cy="594360"/>
          </a:xfrm>
          <a:prstGeom prst="roundRect">
            <a:avLst>
              <a:gd name="adj" fmla="val 13846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109728" cy="594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100% landing success across 5 terrain seeds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084832"/>
            <a:ext cx="8595360" cy="594360"/>
          </a:xfrm>
          <a:prstGeom prst="roundRect">
            <a:avLst>
              <a:gd name="adj" fmla="val 13846"/>
            </a:avLst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2084832"/>
            <a:ext cx="10972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848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Sub-frame abort detection latency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798064"/>
            <a:ext cx="8595360" cy="594360"/>
          </a:xfrm>
          <a:prstGeom prst="roundRect">
            <a:avLst>
              <a:gd name="adj" fmla="val 13846"/>
            </a:avLst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798064"/>
            <a:ext cx="109728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9806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Lightweight YOLO + decaying evidence grid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11296"/>
            <a:ext cx="8595360" cy="594360"/>
          </a:xfrm>
          <a:prstGeom prst="roundRect">
            <a:avLst>
              <a:gd name="adj" fmla="val 13846"/>
            </a:avLst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3511296"/>
            <a:ext cx="109728" cy="5943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1129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PyBullet ? ROS 2/Gazebo/PX4 deployment path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2026-05-06T14:53:21Z</dcterms:created>
  <dcterms:modified xsi:type="dcterms:W3CDTF">2026-05-06T14:53:21Z</dcterms:modified>
</cp:coreProperties>
</file>